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aruda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931334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48775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205740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08480" y="1214380"/>
            <a:ext cx="6618834" cy="327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6"/>
              </a:lnSpc>
            </a:pPr>
            <a:r>
              <a:rPr lang="en-US" sz="9419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CS BORROW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19875" y="3524250"/>
            <a:ext cx="8739425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Group 18</a:t>
            </a:r>
          </a:p>
          <a:p>
            <a:pPr algn="ctr">
              <a:lnSpc>
                <a:spcPts val="5600"/>
              </a:lnSpc>
            </a:pP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- นายธัศพร มนัสโส 660510658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- นางสาวปานตะวัน โสเสมอ 660510664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- นายยชศักดิ์ มณีรัตนโชค 660510672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- นางสาวอนัญญา อุภาดี 660510682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- นางสาวชุติกาญจน์ ชมภู 660510695</a:t>
            </a:r>
          </a:p>
          <a:p>
            <a:pPr algn="l">
              <a:lnSpc>
                <a:spcPts val="56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181100" y="10083734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181100" y="9401175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81100" y="2209800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37467" y="1507934"/>
            <a:ext cx="4034862" cy="126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3"/>
              </a:lnSpc>
            </a:pPr>
            <a:r>
              <a:rPr lang="en-US" sz="7359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Objective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44379" y="3860800"/>
            <a:ext cx="10250804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    วัตถุประสงค์ของเว็บไซต์คือ สามารถให้ผู้ใช้งานได้แก่ นักศึกษาและบุคลากรภาควิชาวิทยาการคอมพิวเตอร์ยืมของภายในภาควิชา และนำมาคืน ภายในเวลาที่กำหนด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48375" y="546094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81100" y="1602396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86812" y="1760204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700" y="9835749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46685" y="2131375"/>
            <a:ext cx="14794629" cy="7175395"/>
          </a:xfrm>
          <a:custGeom>
            <a:avLst/>
            <a:gdLst/>
            <a:ahLst/>
            <a:cxnLst/>
            <a:rect r="r" b="b" t="t" l="l"/>
            <a:pathLst>
              <a:path h="7175395" w="14794629">
                <a:moveTo>
                  <a:pt x="0" y="0"/>
                </a:moveTo>
                <a:lnTo>
                  <a:pt x="14794630" y="0"/>
                </a:lnTo>
                <a:lnTo>
                  <a:pt x="14794630" y="7175395"/>
                </a:lnTo>
                <a:lnTo>
                  <a:pt x="0" y="7175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81100" y="341540"/>
            <a:ext cx="4034862" cy="126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3"/>
              </a:lnSpc>
            </a:pPr>
            <a:r>
              <a:rPr lang="en-US" sz="7359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Feature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48375" y="546094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81100" y="1602396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86812" y="1760204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700" y="9835749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760204"/>
            <a:ext cx="16799424" cy="7866306"/>
          </a:xfrm>
          <a:custGeom>
            <a:avLst/>
            <a:gdLst/>
            <a:ahLst/>
            <a:cxnLst/>
            <a:rect r="r" b="b" t="t" l="l"/>
            <a:pathLst>
              <a:path h="7866306" w="16799424">
                <a:moveTo>
                  <a:pt x="0" y="0"/>
                </a:moveTo>
                <a:lnTo>
                  <a:pt x="16799424" y="0"/>
                </a:lnTo>
                <a:lnTo>
                  <a:pt x="16799424" y="7866306"/>
                </a:lnTo>
                <a:lnTo>
                  <a:pt x="0" y="7866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08" t="-9595" r="-4942" b="-1103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81100" y="341540"/>
            <a:ext cx="4034862" cy="126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3"/>
              </a:lnSpc>
            </a:pPr>
            <a:r>
              <a:rPr lang="en-US" sz="7359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Feature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48375" y="546094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81100" y="1602396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86812" y="1760204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700" y="9835749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46685" y="1919218"/>
            <a:ext cx="14794629" cy="7193889"/>
          </a:xfrm>
          <a:custGeom>
            <a:avLst/>
            <a:gdLst/>
            <a:ahLst/>
            <a:cxnLst/>
            <a:rect r="r" b="b" t="t" l="l"/>
            <a:pathLst>
              <a:path h="7193889" w="14794629">
                <a:moveTo>
                  <a:pt x="0" y="0"/>
                </a:moveTo>
                <a:lnTo>
                  <a:pt x="14794630" y="0"/>
                </a:lnTo>
                <a:lnTo>
                  <a:pt x="14794630" y="7193888"/>
                </a:lnTo>
                <a:lnTo>
                  <a:pt x="0" y="7193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81100" y="341540"/>
            <a:ext cx="4034862" cy="126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3"/>
              </a:lnSpc>
            </a:pPr>
            <a:r>
              <a:rPr lang="en-US" sz="7359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Feature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181100" y="10083734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181100" y="9401175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81100" y="2209800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876888" y="4387813"/>
            <a:ext cx="6213896" cy="126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3"/>
              </a:lnSpc>
            </a:pPr>
            <a:r>
              <a:rPr lang="en-US" sz="7359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Repository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37709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10007576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381342" y="-51435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369979" y="1452897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6744950" y="1806544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401507" y="1516178"/>
            <a:ext cx="13484987" cy="8428117"/>
          </a:xfrm>
          <a:custGeom>
            <a:avLst/>
            <a:gdLst/>
            <a:ahLst/>
            <a:cxnLst/>
            <a:rect r="r" b="b" t="t" l="l"/>
            <a:pathLst>
              <a:path h="8428117" w="13484987">
                <a:moveTo>
                  <a:pt x="0" y="0"/>
                </a:moveTo>
                <a:lnTo>
                  <a:pt x="13484986" y="0"/>
                </a:lnTo>
                <a:lnTo>
                  <a:pt x="13484986" y="8428117"/>
                </a:lnTo>
                <a:lnTo>
                  <a:pt x="0" y="8428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9979" y="182932"/>
            <a:ext cx="4626061" cy="126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6"/>
              </a:lnSpc>
            </a:pPr>
            <a:r>
              <a:rPr lang="en-US" sz="7376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Sitemap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07576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621204" y="-678463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1412892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5923309" y="419062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298743" y="6559607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134819" y="1502192"/>
            <a:ext cx="12972770" cy="8416085"/>
          </a:xfrm>
          <a:custGeom>
            <a:avLst/>
            <a:gdLst/>
            <a:ahLst/>
            <a:cxnLst/>
            <a:rect r="r" b="b" t="t" l="l"/>
            <a:pathLst>
              <a:path h="8416085" w="12972770">
                <a:moveTo>
                  <a:pt x="0" y="0"/>
                </a:moveTo>
                <a:lnTo>
                  <a:pt x="12972770" y="0"/>
                </a:lnTo>
                <a:lnTo>
                  <a:pt x="12972770" y="8416084"/>
                </a:lnTo>
                <a:lnTo>
                  <a:pt x="0" y="8416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9979" y="182932"/>
            <a:ext cx="6771245" cy="122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6"/>
              </a:lnSpc>
            </a:pPr>
            <a:r>
              <a:rPr lang="en-US" sz="7076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CRUD action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07576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621204" y="-678463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1412892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69979" y="182932"/>
            <a:ext cx="6771245" cy="122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6"/>
              </a:lnSpc>
            </a:pPr>
            <a:r>
              <a:rPr lang="en-US" sz="7076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CRUD action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923309" y="4190629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298743" y="6559607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241324" y="1589023"/>
            <a:ext cx="7503559" cy="8242421"/>
          </a:xfrm>
          <a:custGeom>
            <a:avLst/>
            <a:gdLst/>
            <a:ahLst/>
            <a:cxnLst/>
            <a:rect r="r" b="b" t="t" l="l"/>
            <a:pathLst>
              <a:path h="8242421" w="7503559">
                <a:moveTo>
                  <a:pt x="0" y="0"/>
                </a:moveTo>
                <a:lnTo>
                  <a:pt x="7503559" y="0"/>
                </a:lnTo>
                <a:lnTo>
                  <a:pt x="7503559" y="8242422"/>
                </a:lnTo>
                <a:lnTo>
                  <a:pt x="0" y="8242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16250" y="77152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10007576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69502" y="-330496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369979" y="1452897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-1716121" y="6921476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212552" y="1718539"/>
            <a:ext cx="12735549" cy="8023396"/>
          </a:xfrm>
          <a:custGeom>
            <a:avLst/>
            <a:gdLst/>
            <a:ahLst/>
            <a:cxnLst/>
            <a:rect r="r" b="b" t="t" l="l"/>
            <a:pathLst>
              <a:path h="8023396" w="12735549">
                <a:moveTo>
                  <a:pt x="0" y="0"/>
                </a:moveTo>
                <a:lnTo>
                  <a:pt x="12735549" y="0"/>
                </a:lnTo>
                <a:lnTo>
                  <a:pt x="12735549" y="8023396"/>
                </a:lnTo>
                <a:lnTo>
                  <a:pt x="0" y="8023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9979" y="182932"/>
            <a:ext cx="6771245" cy="126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6"/>
              </a:lnSpc>
            </a:pPr>
            <a:r>
              <a:rPr lang="en-US" sz="7376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Database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8934984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784390" y="2616183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320703" y="1379766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928496" y="3997308"/>
            <a:ext cx="6771245" cy="138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06"/>
              </a:lnSpc>
            </a:pPr>
            <a:r>
              <a:rPr lang="en-US" sz="8076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Demonstration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8934984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784390" y="2616183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320703" y="1606749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20703" y="301007"/>
            <a:ext cx="5259865" cy="130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06"/>
              </a:lnSpc>
            </a:pPr>
            <a:r>
              <a:rPr lang="en-US" sz="7576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0703" y="2246266"/>
            <a:ext cx="9238787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- นายธัศพร มนัสโส </a:t>
            </a: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              Backend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- นายยชศักดิ์ มณีรัตนโชค       Backend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- นางสาวปานตะวัน โสเสมอ     Frontend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- นางสาวอนัญญา อุภาดี          Frontend</a:t>
            </a:r>
          </a:p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- นางสาวชุติกาญจน์ ชมภู        Frontend</a:t>
            </a:r>
          </a:p>
          <a:p>
            <a:pPr algn="l">
              <a:lnSpc>
                <a:spcPts val="56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8934984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784390" y="2616183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320703" y="1379766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450556" y="3997308"/>
            <a:ext cx="6771245" cy="138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06"/>
              </a:lnSpc>
            </a:pPr>
            <a:r>
              <a:rPr lang="en-US" sz="8076">
                <a:solidFill>
                  <a:srgbClr val="000000"/>
                </a:solidFill>
                <a:latin typeface="Garuda"/>
                <a:ea typeface="Garuda"/>
                <a:cs typeface="Garuda"/>
                <a:sym typeface="Garud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DAGggfw-awQ</dc:identifier>
  <dcterms:modified xsi:type="dcterms:W3CDTF">2011-08-01T06:04:30Z</dcterms:modified>
  <cp:revision>1</cp:revision>
  <dc:title>Project 204212</dc:title>
</cp:coreProperties>
</file>